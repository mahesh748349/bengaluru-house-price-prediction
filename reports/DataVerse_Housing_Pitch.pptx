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Bengaluru House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DataVerse Housing Track | Regression | RMSLE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Contest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Build a regression model for Bengaluru residential property prices.</a:t>
            </a:r>
          </a:p>
          <a:p>
            <a:pPr>
              <a:defRPr sz="1800"/>
            </a:pPr>
            <a:r>
              <a:t>Optimize for RMSLE because the target price range is wide and skewed.</a:t>
            </a:r>
          </a:p>
          <a:p>
            <a:pPr>
              <a:defRPr sz="1800"/>
            </a:pPr>
            <a:r>
              <a:t>Show strong EDA, cleaning decisions, feature engineering, model rigor, and interpretability.</a:t>
            </a:r>
          </a:p>
          <a:p>
            <a:pPr>
              <a:defRPr sz="1800"/>
            </a:pPr>
            <a:r>
              <a:t>Be ready for the 3 PM technical pivot by merging new helper data and proving metric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Dataset And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Raw rows: 1000; cleaned rows: 917; removed outlier/noisy rows: 83.</a:t>
            </a:r>
          </a:p>
          <a:p>
            <a:pPr>
              <a:defRPr sz="1800"/>
            </a:pPr>
            <a:r>
              <a:t>Cleaned location strings and converted area into numeric sqft.</a:t>
            </a:r>
          </a:p>
          <a:p>
            <a:pPr>
              <a:defRPr sz="1800"/>
            </a:pPr>
            <a:r>
              <a:t>Removed impossible or unrealistic BHK, bathroom, price, and sqft-per-BHK records.</a:t>
            </a:r>
          </a:p>
          <a:p>
            <a:pPr>
              <a:defRPr sz="1800"/>
            </a:pPr>
            <a:r>
              <a:t>Preserved categorical features for one-hot encoding in the model pipeline.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Target Distribution</a:t>
            </a:r>
          </a:p>
        </p:txBody>
      </p:sp>
      <p:pic>
        <p:nvPicPr>
          <p:cNvPr id="3" name="Picture 2" descr="03_log_pric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858000" cy="33786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55448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House prices are skewed. Log transformation makes model training and RMSLE evaluation more stable.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Location Is The Strongest Signal</a:t>
            </a:r>
          </a:p>
        </p:txBody>
      </p:sp>
      <p:pic>
        <p:nvPicPr>
          <p:cNvPr id="3" name="Picture 2" descr="07_location_price_per_sq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858000" cy="4331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55448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Median price per sqft by location captures locality premium better than raw area alone.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Area Matters, But Not Alone</a:t>
            </a:r>
          </a:p>
        </p:txBody>
      </p:sp>
      <p:pic>
        <p:nvPicPr>
          <p:cNvPr id="3" name="Picture 2" descr="05_price_vs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858000" cy="40753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55448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Area and BHK explain part of price, but similar-sized homes can vary strongly by location and property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Model Comparison</a:t>
            </a:r>
          </a:p>
        </p:txBody>
      </p:sp>
      <p:pic>
        <p:nvPicPr>
          <p:cNvPr id="3" name="Picture 2" descr="09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858000" cy="3760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55448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The best cross-validated model is ridge. Lower RMSLE means better price prediction stability.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Prediction Diagnostics</a:t>
            </a:r>
          </a:p>
        </p:txBody>
      </p:sp>
      <p:pic>
        <p:nvPicPr>
          <p:cNvPr id="3" name="Picture 2" descr="10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858000" cy="6863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55448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Actual vs predicted values show whether the model follows the correct pricing trend across the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Interpretability</a:t>
            </a:r>
          </a:p>
        </p:txBody>
      </p:sp>
      <p:pic>
        <p:nvPicPr>
          <p:cNvPr id="3" name="Picture 2" descr="1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6858000" cy="4331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55279" y="1554480"/>
            <a:ext cx="3749039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Ridge coefficients show which engineered and encoded features most influence log-price prediction.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3 PM Pivot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If helper data is released, merge it by location or property identifier.</a:t>
            </a:r>
          </a:p>
          <a:p>
            <a:pPr>
              <a:defRPr sz="1800"/>
            </a:pPr>
            <a:r>
              <a:t>Possible helper features: metro distance, IT park proximity, school ratings, road access, zoning, or guidance value.</a:t>
            </a:r>
          </a:p>
          <a:p>
            <a:pPr>
              <a:defRPr sz="1800"/>
            </a:pPr>
            <a:r>
              <a:t>Create a before/after metric table to prove the delta after adding pivot features.</a:t>
            </a:r>
          </a:p>
          <a:p>
            <a:pPr>
              <a:defRPr sz="1800"/>
            </a:pPr>
            <a:r>
              <a:t>Explain whether the provided hypothesis was supported or disproved by plots and validation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Final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This project covers the full ML workflow: EDA, cleaning, feature engineering, validation, saved model, and app.</a:t>
            </a:r>
          </a:p>
          <a:p>
            <a:pPr>
              <a:defRPr sz="1800"/>
            </a:pPr>
            <a:r>
              <a:t>Main insight: location premium plus space-quality ratios explain price better than area alone.</a:t>
            </a:r>
          </a:p>
          <a:p>
            <a:pPr>
              <a:defRPr sz="1800"/>
            </a:pPr>
            <a:r>
              <a:t>Main limitation: exact coordinates, infrastructure proximity, and market trend data are not present.</a:t>
            </a:r>
          </a:p>
          <a:p>
            <a:pPr>
              <a:defRPr sz="1800"/>
            </a:pPr>
            <a:r>
              <a:t>Impact: quick market screening and negotiation baseline for Bengaluru properties.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